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image" Target="../media/image14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16.svg"/><Relationship Id="rId15" Type="http://schemas.openxmlformats.org/officeDocument/2006/relationships/image" Target="../media/image11.png"/><Relationship Id="rId10" Type="http://schemas.openxmlformats.org/officeDocument/2006/relationships/image" Target="../media/image5.png"/><Relationship Id="rId19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8.sv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25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image" Target="../media/image15.png"/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4.png"/><Relationship Id="rId2" Type="http://schemas.openxmlformats.org/officeDocument/2006/relationships/image" Target="../media/image8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9.svg"/><Relationship Id="rId5" Type="http://schemas.openxmlformats.org/officeDocument/2006/relationships/image" Target="../media/image4.svg"/><Relationship Id="rId15" Type="http://schemas.openxmlformats.org/officeDocument/2006/relationships/image" Target="../media/image11.png"/><Relationship Id="rId10" Type="http://schemas.openxmlformats.org/officeDocument/2006/relationships/image" Target="../media/image19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576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576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75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Gajanan</dc:creator>
  <cp:lastModifiedBy>Windows User</cp:lastModifiedBy>
  <cp:revision>8</cp:revision>
  <dcterms:created xsi:type="dcterms:W3CDTF">2024-10-05T18:58:27Z</dcterms:created>
  <dcterms:modified xsi:type="dcterms:W3CDTF">2026-03-10T22:35:15Z</dcterms:modified>
</cp:coreProperties>
</file>